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F69B93-C521-4C9A-BF1F-02B2F3682FCD}" v="1" dt="2026-08-31T06:34:17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0188" y="448655"/>
            <a:ext cx="8302309" cy="545956"/>
          </a:xfrm>
        </p:spPr>
        <p:txBody>
          <a:bodyPr/>
          <a:lstStyle/>
          <a:p>
            <a:pPr algn="l"/>
            <a:r>
              <a:rPr sz="2800" dirty="0">
                <a:latin typeface="Arial"/>
              </a:rPr>
              <a:t>Matrix Chain Multiplication Optimization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0188" y="1981200"/>
            <a:ext cx="5711312" cy="2298418"/>
          </a:xfrm>
        </p:spPr>
        <p:txBody>
          <a:bodyPr/>
          <a:lstStyle/>
          <a:p>
            <a:pPr algn="l"/>
            <a:r>
              <a:rPr sz="1800" dirty="0">
                <a:latin typeface="Arial"/>
              </a:rPr>
              <a:t>Data Structures and Algorithms -3 (25CS2103E)</a:t>
            </a: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Team Members</a:t>
            </a:r>
            <a:r>
              <a:rPr lang="en-IN" sz="1800" dirty="0">
                <a:latin typeface="Arial"/>
              </a:rPr>
              <a:t>:</a:t>
            </a:r>
          </a:p>
          <a:p>
            <a:pPr algn="l"/>
            <a:r>
              <a:rPr lang="en-IN" sz="1800" dirty="0">
                <a:latin typeface="Arial"/>
              </a:rPr>
              <a:t>K. Harini-2520030399</a:t>
            </a:r>
          </a:p>
          <a:p>
            <a:pPr algn="l"/>
            <a:r>
              <a:rPr lang="en-IN" sz="1800" dirty="0">
                <a:latin typeface="Arial"/>
              </a:rPr>
              <a:t>T. Sudeshna-2520030591</a:t>
            </a:r>
          </a:p>
          <a:p>
            <a:pPr algn="l"/>
            <a:r>
              <a:rPr lang="en-IN" sz="1800" dirty="0">
                <a:latin typeface="Arial"/>
              </a:rPr>
              <a:t>K. Kavya-2520030564</a:t>
            </a:r>
            <a:endParaRPr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Under the Esteemed Guidance of</a:t>
            </a:r>
          </a:p>
          <a:p>
            <a:pPr algn="l"/>
            <a:r>
              <a:rPr lang="en-IN" sz="1800" dirty="0">
                <a:latin typeface="Arial"/>
              </a:rPr>
              <a:t>Dr. </a:t>
            </a:r>
            <a:r>
              <a:rPr lang="en-IN" sz="1800" dirty="0" err="1">
                <a:latin typeface="Arial"/>
              </a:rPr>
              <a:t>Ch.Anuradha</a:t>
            </a:r>
            <a:r>
              <a:rPr lang="en-IN" sz="1800" dirty="0">
                <a:latin typeface="Arial"/>
              </a:rPr>
              <a:t>,</a:t>
            </a:r>
            <a:r>
              <a:rPr sz="1800" dirty="0">
                <a:latin typeface="Arial"/>
              </a:rPr>
              <a:t> DSA-3 Faculty</a:t>
            </a:r>
          </a:p>
          <a:p>
            <a:pPr algn="l"/>
            <a:endParaRPr sz="1800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4497915" y="738909"/>
            <a:ext cx="503401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Introduction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Literature Survey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Problem Statement and Objectives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Flow Chart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Results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Hardware and Software Requirements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Conclusion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• 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Contents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Abstract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07360" y="1330960"/>
            <a:ext cx="89204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dirty="0">
                <a:latin typeface="Arial"/>
              </a:rPr>
              <a:t>•</a:t>
            </a:r>
            <a:r>
              <a:rPr lang="en-IN" dirty="0"/>
              <a:t>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Our project finds the best order to multiply matrices. It uses Dynamic Programming to reduce the number of calculations.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Different </a:t>
            </a:r>
            <a:r>
              <a:rPr sz="1800" dirty="0" err="1">
                <a:latin typeface="Arial"/>
              </a:rPr>
              <a:t>parenthesization</a:t>
            </a:r>
            <a:r>
              <a:rPr sz="1800" dirty="0">
                <a:latin typeface="Arial"/>
              </a:rPr>
              <a:t> orders can require significantly different scalar multiplications.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The tool accepts matrix dimensions and applies dynamic programming to find the minimum-cost order.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It generates the optimal </a:t>
            </a:r>
            <a:r>
              <a:rPr sz="1800" dirty="0" err="1">
                <a:latin typeface="Arial"/>
              </a:rPr>
              <a:t>parenthesization</a:t>
            </a:r>
            <a:r>
              <a:rPr sz="1800" dirty="0">
                <a:latin typeface="Arial"/>
              </a:rPr>
              <a:t> and minimum number of scalar multiplications.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Cost tables and split positions can be displayed to trace how the solution is obtained.</a:t>
            </a:r>
            <a:endParaRPr lang="en-IN" sz="1800" dirty="0">
              <a:latin typeface="Arial"/>
            </a:endParaRPr>
          </a:p>
          <a:p>
            <a:pPr algn="l"/>
            <a:endParaRPr sz="1800" dirty="0">
              <a:latin typeface="Arial"/>
            </a:endParaRPr>
          </a:p>
          <a:p>
            <a:pPr algn="l"/>
            <a:r>
              <a:rPr sz="1800" dirty="0">
                <a:latin typeface="Arial"/>
              </a:rPr>
              <a:t>• The tool provides a practical way to understand dynamic programming and algorithmic efficiency.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827549" y="36391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0072" y="36391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solidFill>
                  <a:schemeClr val="bg1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9CA14-395C-9798-FB9E-0357B36A1AAE}"/>
              </a:ext>
            </a:extLst>
          </p:cNvPr>
          <p:cNvSpPr txBox="1"/>
          <p:nvPr/>
        </p:nvSpPr>
        <p:spPr>
          <a:xfrm>
            <a:off x="2815388" y="1732547"/>
            <a:ext cx="89498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Matrix Chain Multiplication is an optimization problem in Data Structures and Algorithms.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involves multiplying a sequence of matrices.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Matrix multiplication follows the associative property.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Different multiplication orders can produce different computational costs.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number of scalar multiplications determines the computational cost.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Dynamic Programming is used to find the optimal multiplication order.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project provides an interactive tool to understand and </a:t>
            </a:r>
            <a:r>
              <a:rPr lang="en-IN" sz="2400" dirty="0" err="1"/>
              <a:t>analyze</a:t>
            </a:r>
            <a:r>
              <a:rPr lang="en-IN" sz="2400" dirty="0"/>
              <a:t> the optimization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36109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solidFill>
                  <a:schemeClr val="bg1"/>
                </a:solidFill>
                <a:latin typeface="Arial"/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D8996-297C-0E2A-395C-93BD4EABFE5A}"/>
              </a:ext>
            </a:extLst>
          </p:cNvPr>
          <p:cNvSpPr txBox="1"/>
          <p:nvPr/>
        </p:nvSpPr>
        <p:spPr>
          <a:xfrm>
            <a:off x="3048000" y="1720840"/>
            <a:ext cx="8890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Matrix Chain Multiplication is a fundamental problem in computer science and algorithm optimization.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problem can be solved by considering different possible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Evaluating every possible arrangement independently can require unnecessary computation.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Dynamic Programming reduces this complexity by storing and reusing intermediate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problem demonstrates the concepts of optimal substructure and problem decomposition.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proposed tool applies these concepts in a practical and interactive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Problem Statement and Objectives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9F638-B5AB-A040-F12D-572C039D92D9}"/>
              </a:ext>
            </a:extLst>
          </p:cNvPr>
          <p:cNvSpPr txBox="1"/>
          <p:nvPr/>
        </p:nvSpPr>
        <p:spPr>
          <a:xfrm>
            <a:off x="2660072" y="1988741"/>
            <a:ext cx="80365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To determine the optimal multiplication order for a given sequence of matrices such that the total number of scalar multiplications is minimized.</a:t>
            </a:r>
          </a:p>
          <a:p>
            <a:pPr algn="just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Accept matrix dimensions as input.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Apply Dynamic Programming to evaluate possible multiplication orders.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Find the minimum number of scalar multiplications.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Generate the optimal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Display cost tables and split positions.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Help users understand how Dynamic Programming solves the problem. 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8952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solidFill>
                  <a:schemeClr val="bg1"/>
                </a:solidFill>
                <a:latin typeface="Arial"/>
              </a:rPr>
              <a:t>Flow Chart</a:t>
            </a:r>
          </a:p>
        </p:txBody>
      </p:sp>
      <p:pic>
        <p:nvPicPr>
          <p:cNvPr id="6" name="Picture 5" descr="A diagram illustrating the process of input validation, dynamic programming for matrix multiplication, and the computation of optimal parenthesization with a focus on cost minimization.&#10;&#10;AI-generated content may be incorrect.">
            <a:extLst>
              <a:ext uri="{FF2B5EF4-FFF2-40B4-BE49-F238E27FC236}">
                <a16:creationId xmlns:a16="http://schemas.microsoft.com/office/drawing/2014/main" id="{4830CF53-FB3B-93B5-4C6E-7BE2F3C16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16" y="1074821"/>
            <a:ext cx="5255835" cy="5581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57827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solidFill>
                  <a:schemeClr val="bg1"/>
                </a:solidFill>
                <a:latin typeface="Arial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3E600-4E4B-1489-0331-6814EB4F39DC}"/>
              </a:ext>
            </a:extLst>
          </p:cNvPr>
          <p:cNvSpPr txBox="1"/>
          <p:nvPr/>
        </p:nvSpPr>
        <p:spPr>
          <a:xfrm>
            <a:off x="3152274" y="1195137"/>
            <a:ext cx="863065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tool identifies the optimal multiplication order for the given matrices.</a:t>
            </a:r>
          </a:p>
          <a:p>
            <a:pPr lvl="0"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It calculates the minimum number of scalar multiplications required.</a:t>
            </a:r>
          </a:p>
          <a:p>
            <a:pPr lvl="0"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optimal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is generated and displayed.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Cost tables show the intermediate results obtained during Dynamic Programming.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Split positions help users trace how the optimal solution was obtained.</a:t>
            </a:r>
          </a:p>
          <a:p>
            <a:pPr lvl="0"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results demonstrate how Dynamic Programming reduces unnecessary computation. 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>
                <a:latin typeface="Arial"/>
              </a:rPr>
              <a:t>Hardware and Software Requirements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CFC3F-D4A3-FE42-7346-3BF0FA4C03A9}"/>
              </a:ext>
            </a:extLst>
          </p:cNvPr>
          <p:cNvSpPr txBox="1"/>
          <p:nvPr/>
        </p:nvSpPr>
        <p:spPr>
          <a:xfrm>
            <a:off x="3048000" y="1859340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Hardware Requirements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Computer/Laptop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Keyboard and Mouse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Sufficient RAM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Sufficient Storage 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Software Requirements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Operating System: Windows / Linux / macOS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Programming Environment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Development IDE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Application interface for entering matrix dimensions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Tool for displaying optimization results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8312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solidFill>
                  <a:schemeClr val="bg1"/>
                </a:solidFill>
                <a:latin typeface="Arial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DF07A-1130-06C7-9225-7C9641705238}"/>
              </a:ext>
            </a:extLst>
          </p:cNvPr>
          <p:cNvSpPr txBox="1"/>
          <p:nvPr/>
        </p:nvSpPr>
        <p:spPr>
          <a:xfrm>
            <a:off x="3048000" y="1582341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Matrix Chain Multiplication Optimization Tool provides an efficient solution for finding the minimum-cost multiplication order.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Dynamic Programming is used to systematically solve the optimization problem.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tool generates the optimal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parenthesization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and minimum multiplication cost.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Cost tables and split positions make the optimization process easier to understand.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project demonstrates the practical application of Dynamic Programming.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highlights how problem decomposition can improve computational efficiency.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800" dirty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8312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dirty="0">
                <a:solidFill>
                  <a:schemeClr val="bg1"/>
                </a:solidFill>
                <a:latin typeface="Arial"/>
              </a:rPr>
              <a:t>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1696A-D981-BF5A-7C47-9AFC69040EA2}"/>
              </a:ext>
            </a:extLst>
          </p:cNvPr>
          <p:cNvSpPr txBox="1"/>
          <p:nvPr/>
        </p:nvSpPr>
        <p:spPr>
          <a:xfrm>
            <a:off x="3537284" y="1018675"/>
            <a:ext cx="56067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Add step-by-step visualization of the Dynamic Programming process.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Provide interactive visualization of cost tables and split positions.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 larger sequences of matrices.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Add performance comparison between Dynamic Programming and brute-force approaches.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Improve the user interface for easier learning and analysis.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Extend the tool into a broader educational platform for algorithm optimization.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848402" y="2579271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2800">
                <a:latin typeface="Arial"/>
              </a:rPr>
              <a:t>              </a:t>
            </a:r>
            <a:r>
              <a:rPr sz="2800">
                <a:latin typeface="Arial"/>
              </a:rPr>
              <a:t>Thank </a:t>
            </a:r>
            <a:r>
              <a:rPr sz="2800" dirty="0">
                <a:latin typeface="Arial"/>
              </a:rPr>
              <a:t>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633</Words>
  <Application>Microsoft Office PowerPoint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Matrix Chain Multiplication Optimization 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kuchipudiharini671@outlook.com</cp:lastModifiedBy>
  <cp:revision>21</cp:revision>
  <dcterms:created xsi:type="dcterms:W3CDTF">2024-08-29T05:25:00Z</dcterms:created>
  <dcterms:modified xsi:type="dcterms:W3CDTF">2026-10-12T05:06:06Z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