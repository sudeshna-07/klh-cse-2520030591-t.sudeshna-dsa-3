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4" r:id="rId4"/>
    <p:sldId id="258" r:id="rId5"/>
    <p:sldId id="261" r:id="rId6"/>
    <p:sldId id="265" r:id="rId7"/>
    <p:sldId id="259" r:id="rId8"/>
    <p:sldId id="267" r:id="rId9"/>
    <p:sldId id="266" r:id="rId10"/>
    <p:sldId id="260" r:id="rId11"/>
    <p:sldId id="262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F69B93-C521-4C9A-BF1F-02B2F3682FCD}" v="1" dt="2026-08-31T06:34:17.9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deshna Tathireddy" userId="61f55bbbc4293f6b" providerId="LiveId" clId="{23511247-9FEF-47FC-93FE-1E56582E4006}"/>
    <pc:docChg chg="modSld">
      <pc:chgData name="sudeshna Tathireddy" userId="61f55bbbc4293f6b" providerId="LiveId" clId="{23511247-9FEF-47FC-93FE-1E56582E4006}" dt="2026-09-28T06:30:52.784" v="63"/>
      <pc:docMkLst>
        <pc:docMk/>
      </pc:docMkLst>
      <pc:sldChg chg="modSp mod">
        <pc:chgData name="sudeshna Tathireddy" userId="61f55bbbc4293f6b" providerId="LiveId" clId="{23511247-9FEF-47FC-93FE-1E56582E4006}" dt="2026-09-28T06:29:23.768" v="21" actId="123"/>
        <pc:sldMkLst>
          <pc:docMk/>
          <pc:sldMk cId="0" sldId="257"/>
        </pc:sldMkLst>
        <pc:spChg chg="mod">
          <ac:chgData name="sudeshna Tathireddy" userId="61f55bbbc4293f6b" providerId="LiveId" clId="{23511247-9FEF-47FC-93FE-1E56582E4006}" dt="2026-09-28T06:29:23.768" v="21" actId="123"/>
          <ac:spMkLst>
            <pc:docMk/>
            <pc:sldMk cId="0" sldId="257"/>
            <ac:spMk id="7" creationId="{1C70C049-38C4-198F-3181-AACE07DE24AE}"/>
          </ac:spMkLst>
        </pc:spChg>
      </pc:sldChg>
      <pc:sldChg chg="modSp mod">
        <pc:chgData name="sudeshna Tathireddy" userId="61f55bbbc4293f6b" providerId="LiveId" clId="{23511247-9FEF-47FC-93FE-1E56582E4006}" dt="2026-09-28T06:29:37.957" v="23" actId="123"/>
        <pc:sldMkLst>
          <pc:docMk/>
          <pc:sldMk cId="0" sldId="258"/>
        </pc:sldMkLst>
        <pc:spChg chg="mod">
          <ac:chgData name="sudeshna Tathireddy" userId="61f55bbbc4293f6b" providerId="LiveId" clId="{23511247-9FEF-47FC-93FE-1E56582E4006}" dt="2026-09-28T06:29:37.957" v="23" actId="123"/>
          <ac:spMkLst>
            <pc:docMk/>
            <pc:sldMk cId="0" sldId="258"/>
            <ac:spMk id="5" creationId="{1BB9CA14-395C-9798-FB9E-0357B36A1AAE}"/>
          </ac:spMkLst>
        </pc:spChg>
      </pc:sldChg>
      <pc:sldChg chg="modSp mod">
        <pc:chgData name="sudeshna Tathireddy" userId="61f55bbbc4293f6b" providerId="LiveId" clId="{23511247-9FEF-47FC-93FE-1E56582E4006}" dt="2026-09-28T06:30:18.034" v="38" actId="1076"/>
        <pc:sldMkLst>
          <pc:docMk/>
          <pc:sldMk cId="0" sldId="261"/>
        </pc:sldMkLst>
        <pc:spChg chg="mod">
          <ac:chgData name="sudeshna Tathireddy" userId="61f55bbbc4293f6b" providerId="LiveId" clId="{23511247-9FEF-47FC-93FE-1E56582E4006}" dt="2026-09-28T06:30:18.034" v="38" actId="1076"/>
          <ac:spMkLst>
            <pc:docMk/>
            <pc:sldMk cId="0" sldId="261"/>
            <ac:spMk id="5" creationId="{920D8996-297C-0E2A-395C-93BD4EABFE5A}"/>
          </ac:spMkLst>
        </pc:spChg>
      </pc:sldChg>
      <pc:sldChg chg="modSp mod">
        <pc:chgData name="sudeshna Tathireddy" userId="61f55bbbc4293f6b" providerId="LiveId" clId="{23511247-9FEF-47FC-93FE-1E56582E4006}" dt="2026-09-28T06:29:31.129" v="22" actId="123"/>
        <pc:sldMkLst>
          <pc:docMk/>
          <pc:sldMk cId="1672422596" sldId="264"/>
        </pc:sldMkLst>
        <pc:spChg chg="mod">
          <ac:chgData name="sudeshna Tathireddy" userId="61f55bbbc4293f6b" providerId="LiveId" clId="{23511247-9FEF-47FC-93FE-1E56582E4006}" dt="2026-09-28T06:29:31.129" v="22" actId="123"/>
          <ac:spMkLst>
            <pc:docMk/>
            <pc:sldMk cId="1672422596" sldId="264"/>
            <ac:spMk id="2" creationId="{00000000-0000-0000-0000-000000000000}"/>
          </ac:spMkLst>
        </pc:spChg>
      </pc:sldChg>
      <pc:sldChg chg="modSp mod">
        <pc:chgData name="sudeshna Tathireddy" userId="61f55bbbc4293f6b" providerId="LiveId" clId="{23511247-9FEF-47FC-93FE-1E56582E4006}" dt="2026-09-28T06:30:29.676" v="39" actId="123"/>
        <pc:sldMkLst>
          <pc:docMk/>
          <pc:sldMk cId="3441026644" sldId="265"/>
        </pc:sldMkLst>
        <pc:spChg chg="mod">
          <ac:chgData name="sudeshna Tathireddy" userId="61f55bbbc4293f6b" providerId="LiveId" clId="{23511247-9FEF-47FC-93FE-1E56582E4006}" dt="2026-09-28T06:30:29.676" v="39" actId="123"/>
          <ac:spMkLst>
            <pc:docMk/>
            <pc:sldMk cId="3441026644" sldId="265"/>
            <ac:spMk id="5" creationId="{F709F638-B5AB-A040-F12D-572C039D92D9}"/>
          </ac:spMkLst>
        </pc:spChg>
      </pc:sldChg>
      <pc:sldChg chg="modSp mod">
        <pc:chgData name="sudeshna Tathireddy" userId="61f55bbbc4293f6b" providerId="LiveId" clId="{23511247-9FEF-47FC-93FE-1E56582E4006}" dt="2026-09-28T06:30:39.184" v="40" actId="123"/>
        <pc:sldMkLst>
          <pc:docMk/>
          <pc:sldMk cId="106092222" sldId="267"/>
        </pc:sldMkLst>
        <pc:spChg chg="mod">
          <ac:chgData name="sudeshna Tathireddy" userId="61f55bbbc4293f6b" providerId="LiveId" clId="{23511247-9FEF-47FC-93FE-1E56582E4006}" dt="2026-09-28T06:30:39.184" v="40" actId="123"/>
          <ac:spMkLst>
            <pc:docMk/>
            <pc:sldMk cId="106092222" sldId="267"/>
            <ac:spMk id="5" creationId="{3313E600-4E4B-1489-0331-6814EB4F39DC}"/>
          </ac:spMkLst>
        </pc:spChg>
      </pc:sldChg>
      <pc:sldChg chg="delSp modSp mod">
        <pc:chgData name="sudeshna Tathireddy" userId="61f55bbbc4293f6b" providerId="LiveId" clId="{23511247-9FEF-47FC-93FE-1E56582E4006}" dt="2026-09-28T06:30:52.784" v="63"/>
        <pc:sldMkLst>
          <pc:docMk/>
          <pc:sldMk cId="1313543476" sldId="268"/>
        </pc:sldMkLst>
        <pc:spChg chg="del mod">
          <ac:chgData name="sudeshna Tathireddy" userId="61f55bbbc4293f6b" providerId="LiveId" clId="{23511247-9FEF-47FC-93FE-1E56582E4006}" dt="2026-09-28T06:30:52.784" v="63"/>
          <ac:spMkLst>
            <pc:docMk/>
            <pc:sldMk cId="1313543476" sldId="268"/>
            <ac:spMk id="4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1" descr="KL University Hyderabad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4450"/>
            <a:ext cx="2101850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/>
          <p:nvPr userDrawn="1"/>
        </p:nvSpPr>
        <p:spPr>
          <a:xfrm>
            <a:off x="0" y="6811963"/>
            <a:ext cx="12192000" cy="46037"/>
          </a:xfrm>
          <a:prstGeom prst="rect">
            <a:avLst/>
          </a:prstGeom>
          <a:solidFill>
            <a:srgbClr val="BA25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46038"/>
          </a:xfrm>
          <a:prstGeom prst="rect">
            <a:avLst/>
          </a:prstGeom>
          <a:solidFill>
            <a:srgbClr val="BA25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pic>
        <p:nvPicPr>
          <p:cNvPr id="10" name="Picture 6" descr="Background pattern&#10;&#10;Description automatically generated"/>
          <p:cNvPicPr>
            <a:picLocks noChangeAspect="1" noChangeArrowheads="1"/>
          </p:cNvPicPr>
          <p:nvPr userDrawn="1"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03550" cy="300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8498" y="448655"/>
            <a:ext cx="9144000" cy="2316702"/>
          </a:xfrm>
        </p:spPr>
        <p:txBody>
          <a:bodyPr/>
          <a:lstStyle/>
          <a:p>
            <a:pPr algn="l"/>
            <a:r>
              <a:rPr sz="2800" dirty="0">
                <a:latin typeface="Arial"/>
              </a:rPr>
              <a:t>Matrix Chain Multiplication Optimization Tool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80216" y="2883604"/>
            <a:ext cx="4551284" cy="1396014"/>
          </a:xfrm>
        </p:spPr>
        <p:txBody>
          <a:bodyPr/>
          <a:lstStyle/>
          <a:p>
            <a:pPr algn="l"/>
            <a:r>
              <a:rPr sz="1800" dirty="0">
                <a:latin typeface="Arial"/>
              </a:rPr>
              <a:t>Data Structures and Algorithms -3 (25CS2103E)</a:t>
            </a:r>
          </a:p>
          <a:p>
            <a:pPr algn="l"/>
            <a:endParaRPr sz="1800" dirty="0">
              <a:latin typeface="Arial"/>
            </a:endParaRPr>
          </a:p>
          <a:p>
            <a:pPr algn="l"/>
            <a:r>
              <a:rPr sz="1800" dirty="0">
                <a:latin typeface="Arial"/>
              </a:rPr>
              <a:t>Team Members</a:t>
            </a:r>
            <a:r>
              <a:rPr lang="en-IN" sz="1800" dirty="0">
                <a:latin typeface="Arial"/>
              </a:rPr>
              <a:t>:</a:t>
            </a:r>
          </a:p>
          <a:p>
            <a:pPr algn="l"/>
            <a:r>
              <a:rPr lang="en-IN" sz="1800" dirty="0">
                <a:latin typeface="Arial"/>
              </a:rPr>
              <a:t>Harini-2520030399</a:t>
            </a:r>
          </a:p>
          <a:p>
            <a:pPr algn="l"/>
            <a:r>
              <a:rPr lang="en-IN" sz="1800" dirty="0">
                <a:latin typeface="Arial"/>
              </a:rPr>
              <a:t>Sudeshna-2520030591</a:t>
            </a:r>
          </a:p>
          <a:p>
            <a:pPr algn="l"/>
            <a:r>
              <a:rPr lang="en-IN" sz="1800" dirty="0">
                <a:latin typeface="Arial"/>
              </a:rPr>
              <a:t>Kavya-2520030564</a:t>
            </a:r>
            <a:endParaRPr sz="1800" dirty="0">
              <a:latin typeface="Arial"/>
            </a:endParaRPr>
          </a:p>
          <a:p>
            <a:pPr algn="l"/>
            <a:endParaRPr sz="1800" dirty="0">
              <a:latin typeface="Arial"/>
            </a:endParaRPr>
          </a:p>
          <a:p>
            <a:pPr algn="l"/>
            <a:r>
              <a:rPr sz="1800" dirty="0">
                <a:latin typeface="Arial"/>
              </a:rPr>
              <a:t>Under the Esteemed Guidance of</a:t>
            </a:r>
          </a:p>
          <a:p>
            <a:pPr algn="l"/>
            <a:r>
              <a:rPr sz="1800" dirty="0">
                <a:latin typeface="Arial"/>
              </a:rPr>
              <a:t>____________________, DSA-3 Faculty</a:t>
            </a:r>
          </a:p>
          <a:p>
            <a:pPr algn="l"/>
            <a:endParaRPr sz="1800" dirty="0"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C70C049-38C4-198F-3181-AACE07DE24AE}"/>
              </a:ext>
            </a:extLst>
          </p:cNvPr>
          <p:cNvSpPr txBox="1"/>
          <p:nvPr/>
        </p:nvSpPr>
        <p:spPr>
          <a:xfrm>
            <a:off x="3583709" y="1314448"/>
            <a:ext cx="5011651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 rtl="0" eaLnBrk="1" fontAlgn="t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Abstract</a:t>
            </a:r>
          </a:p>
          <a:p>
            <a:pPr algn="just"/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• Introduction</a:t>
            </a:r>
          </a:p>
          <a:p>
            <a:pPr algn="just"/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• Literature Survey</a:t>
            </a:r>
          </a:p>
          <a:p>
            <a:pPr algn="just"/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• Problem Statement and Objectives</a:t>
            </a:r>
          </a:p>
          <a:p>
            <a:pPr algn="just"/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• Flow Chart</a:t>
            </a:r>
          </a:p>
          <a:p>
            <a:pPr algn="just"/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• Results</a:t>
            </a:r>
          </a:p>
          <a:p>
            <a:pPr algn="just"/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• Hardware and Software Requirements</a:t>
            </a:r>
          </a:p>
          <a:p>
            <a:pPr algn="just"/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• Conclusion</a:t>
            </a:r>
          </a:p>
          <a:p>
            <a:pPr algn="just"/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• Future Scope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C2F32-24D5-FDE9-EB0F-31C7733C95E6}"/>
              </a:ext>
            </a:extLst>
          </p:cNvPr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>
                <a:latin typeface="Arial"/>
              </a:rPr>
              <a:t>Contents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A499C0-FC38-6642-1E16-B8CFFC9C9314}"/>
              </a:ext>
            </a:extLst>
          </p:cNvPr>
          <p:cNvSpPr txBox="1"/>
          <p:nvPr/>
        </p:nvSpPr>
        <p:spPr>
          <a:xfrm>
            <a:off x="2660072" y="221673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>
                <a:latin typeface="Arial"/>
              </a:rPr>
              <a:t>Abstract</a:t>
            </a:r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007360" y="1330960"/>
            <a:ext cx="892048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sz="1800" dirty="0">
                <a:latin typeface="Arial"/>
              </a:rPr>
              <a:t>•</a:t>
            </a:r>
            <a:r>
              <a:rPr lang="en-IN" dirty="0"/>
              <a:t>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Our project finds the best order to multiply matrices. It uses Dynamic Programming to reduce the number of calculations.</a:t>
            </a: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IN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sz="1800" dirty="0">
              <a:latin typeface="Arial"/>
            </a:endParaRPr>
          </a:p>
          <a:p>
            <a:pPr algn="just"/>
            <a:r>
              <a:rPr sz="1800" dirty="0">
                <a:latin typeface="Arial"/>
              </a:rPr>
              <a:t>• Different </a:t>
            </a:r>
            <a:r>
              <a:rPr sz="1800" dirty="0" err="1">
                <a:latin typeface="Arial"/>
              </a:rPr>
              <a:t>parenthesization</a:t>
            </a:r>
            <a:r>
              <a:rPr sz="1800" dirty="0">
                <a:latin typeface="Arial"/>
              </a:rPr>
              <a:t> orders can require significantly different scalar multiplications.</a:t>
            </a:r>
            <a:endParaRPr lang="en-IN" sz="1800" dirty="0">
              <a:latin typeface="Arial"/>
            </a:endParaRPr>
          </a:p>
          <a:p>
            <a:pPr algn="just"/>
            <a:endParaRPr sz="1800" dirty="0">
              <a:latin typeface="Arial"/>
            </a:endParaRPr>
          </a:p>
          <a:p>
            <a:pPr algn="just"/>
            <a:r>
              <a:rPr sz="1800" dirty="0">
                <a:latin typeface="Arial"/>
              </a:rPr>
              <a:t>• The tool accepts matrix dimensions and applies dynamic programming to find the minimum-cost order.</a:t>
            </a:r>
            <a:endParaRPr lang="en-IN" sz="1800" dirty="0">
              <a:latin typeface="Arial"/>
            </a:endParaRPr>
          </a:p>
          <a:p>
            <a:pPr algn="just"/>
            <a:endParaRPr sz="1800" dirty="0">
              <a:latin typeface="Arial"/>
            </a:endParaRPr>
          </a:p>
          <a:p>
            <a:pPr algn="just"/>
            <a:r>
              <a:rPr sz="1800" dirty="0">
                <a:latin typeface="Arial"/>
              </a:rPr>
              <a:t>• It generates the optimal </a:t>
            </a:r>
            <a:r>
              <a:rPr sz="1800" dirty="0" err="1">
                <a:latin typeface="Arial"/>
              </a:rPr>
              <a:t>parenthesization</a:t>
            </a:r>
            <a:r>
              <a:rPr sz="1800" dirty="0">
                <a:latin typeface="Arial"/>
              </a:rPr>
              <a:t> and minimum number of scalar multiplications.</a:t>
            </a:r>
            <a:endParaRPr lang="en-IN" sz="1800" dirty="0">
              <a:latin typeface="Arial"/>
            </a:endParaRPr>
          </a:p>
          <a:p>
            <a:pPr algn="just"/>
            <a:endParaRPr sz="1800" dirty="0">
              <a:latin typeface="Arial"/>
            </a:endParaRPr>
          </a:p>
          <a:p>
            <a:pPr algn="just"/>
            <a:r>
              <a:rPr sz="1800" dirty="0">
                <a:latin typeface="Arial"/>
              </a:rPr>
              <a:t>• Cost tables and split positions can be displayed to trace how the solution is obtained.</a:t>
            </a:r>
            <a:endParaRPr lang="en-IN" sz="1800" dirty="0">
              <a:latin typeface="Arial"/>
            </a:endParaRPr>
          </a:p>
          <a:p>
            <a:pPr algn="just"/>
            <a:endParaRPr sz="1800" dirty="0">
              <a:latin typeface="Arial"/>
            </a:endParaRPr>
          </a:p>
          <a:p>
            <a:pPr algn="just"/>
            <a:r>
              <a:rPr sz="1800" dirty="0">
                <a:latin typeface="Arial"/>
              </a:rPr>
              <a:t>• The tool provides a practical way to understand dynamic programming and algorithmic efficiency.</a:t>
            </a:r>
          </a:p>
        </p:txBody>
      </p:sp>
    </p:spTree>
    <p:extLst>
      <p:ext uri="{BB962C8B-B14F-4D97-AF65-F5344CB8AC3E}">
        <p14:creationId xmlns:p14="http://schemas.microsoft.com/office/powerpoint/2010/main" val="1672422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827549" y="36391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sz="1800" dirty="0"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930072" y="363913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2800" dirty="0">
                <a:latin typeface="Arial"/>
              </a:rPr>
              <a:t>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B9CA14-395C-9798-FB9E-0357B36A1AAE}"/>
              </a:ext>
            </a:extLst>
          </p:cNvPr>
          <p:cNvSpPr txBox="1"/>
          <p:nvPr/>
        </p:nvSpPr>
        <p:spPr>
          <a:xfrm>
            <a:off x="3048000" y="1720840"/>
            <a:ext cx="871728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Matrix multiplication is associative, meaning matrices can be multiplied in different orders. </a:t>
            </a:r>
          </a:p>
          <a:p>
            <a:pPr lvl="0" algn="just"/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However, different multiplication orders can have significantly different computational costs. </a:t>
            </a:r>
          </a:p>
          <a:p>
            <a:pPr lvl="0" algn="just"/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Matrix Chain Multiplication determines the best order for multiplying a sequence of matrices. </a:t>
            </a:r>
          </a:p>
          <a:p>
            <a:pPr lvl="0" algn="just"/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project provides an interactive tool to solve and visualize this optimization problem.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Dynamic Programming is used to systematically evaluate possible multiplication orders.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main goal is to reduce computational cost and improve efficiency.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sz="1800" dirty="0"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736109" y="221673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2800" dirty="0">
                <a:latin typeface="Arial"/>
              </a:rPr>
              <a:t>Literature Survey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0D8996-297C-0E2A-395C-93BD4EABFE5A}"/>
              </a:ext>
            </a:extLst>
          </p:cNvPr>
          <p:cNvSpPr txBox="1"/>
          <p:nvPr/>
        </p:nvSpPr>
        <p:spPr>
          <a:xfrm>
            <a:off x="2137756" y="2015480"/>
            <a:ext cx="100685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Matrix Chain Multiplication is a fundamental problem in computer science and algorithm optimization. </a:t>
            </a:r>
          </a:p>
          <a:p>
            <a:pPr lvl="0" algn="just"/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problem can be solved by considering different possible </a:t>
            </a:r>
            <a:r>
              <a:rPr lang="en-IN" dirty="0" err="1">
                <a:latin typeface="Arial" panose="020B0604020202020204" pitchFamily="34" charset="0"/>
                <a:cs typeface="Arial" panose="020B0604020202020204" pitchFamily="34" charset="0"/>
              </a:rPr>
              <a:t>parenthesization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orders. </a:t>
            </a:r>
          </a:p>
          <a:p>
            <a:pPr lvl="0" algn="just"/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Evaluating every possible arrangement independently can require unnecessary computation. </a:t>
            </a:r>
          </a:p>
          <a:p>
            <a:pPr lvl="0" algn="just"/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Dynamic Programming reduces this complexity by storing and reusing intermediate results. </a:t>
            </a:r>
          </a:p>
          <a:p>
            <a:pPr lvl="0" algn="just"/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problem demonstrates the concepts of optimal substructure and problem decomposition. </a:t>
            </a:r>
          </a:p>
          <a:p>
            <a:pPr lvl="0" algn="just"/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proposed tool applies these concepts in a practical and interactive 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2660072" y="221673"/>
            <a:ext cx="6723625" cy="65579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>
                <a:latin typeface="Arial"/>
              </a:rPr>
              <a:t>Problem Statement and Objectives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09F638-B5AB-A040-F12D-572C039D92D9}"/>
              </a:ext>
            </a:extLst>
          </p:cNvPr>
          <p:cNvSpPr txBox="1"/>
          <p:nvPr/>
        </p:nvSpPr>
        <p:spPr>
          <a:xfrm>
            <a:off x="2660072" y="1988741"/>
            <a:ext cx="803656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Statement: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To determine the optimal multiplication order for a given sequence of matrices such that the total number of scalar multiplications is minimized.</a:t>
            </a:r>
          </a:p>
          <a:p>
            <a:pPr algn="just">
              <a:buNone/>
            </a:pP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None/>
            </a:pPr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Objectives: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Accept matrix dimensions as input.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Apply Dynamic Programming to evaluate possible multiplication orders.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Find the minimum number of scalar multiplications.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Generate the optimal </a:t>
            </a:r>
            <a:r>
              <a:rPr lang="en-IN" dirty="0" err="1">
                <a:latin typeface="Arial" panose="020B0604020202020204" pitchFamily="34" charset="0"/>
                <a:cs typeface="Arial" panose="020B0604020202020204" pitchFamily="34" charset="0"/>
              </a:rPr>
              <a:t>parenthesization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Display cost tables and split positions.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Help users understand how Dynamic Programming solves the problem. </a:t>
            </a:r>
          </a:p>
        </p:txBody>
      </p:sp>
    </p:spTree>
    <p:extLst>
      <p:ext uri="{BB962C8B-B14F-4D97-AF65-F5344CB8AC3E}">
        <p14:creationId xmlns:p14="http://schemas.microsoft.com/office/powerpoint/2010/main" val="3441026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sz="1800" dirty="0"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58952" y="221673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2800" dirty="0">
                <a:latin typeface="Arial"/>
              </a:rPr>
              <a:t>Flow Chart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D3ECAF-3D92-15D2-D6FE-268BE26F04FA}"/>
              </a:ext>
            </a:extLst>
          </p:cNvPr>
          <p:cNvSpPr txBox="1"/>
          <p:nvPr/>
        </p:nvSpPr>
        <p:spPr>
          <a:xfrm>
            <a:off x="3048000" y="751344"/>
            <a:ext cx="60960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Start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Enter Matrix Dimensions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Create Dynamic Programming Tables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Evaluate Possible Split Positions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Calculate Multiplication Costs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Store Minimum Cost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Trace Split Positions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Generate Optimal </a:t>
            </a:r>
            <a:r>
              <a:rPr lang="en-IN" dirty="0" err="1">
                <a:latin typeface="Arial" panose="020B0604020202020204" pitchFamily="34" charset="0"/>
                <a:cs typeface="Arial" panose="020B0604020202020204" pitchFamily="34" charset="0"/>
              </a:rPr>
              <a:t>Parenthesization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Display Minimum Cost and Results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sz="1800" dirty="0"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8312" y="305725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2800" dirty="0">
                <a:latin typeface="Arial"/>
              </a:rPr>
              <a:t>Results</a:t>
            </a:r>
            <a:endParaRPr lang="en-US" sz="32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3E600-4E4B-1489-0331-6814EB4F39DC}"/>
              </a:ext>
            </a:extLst>
          </p:cNvPr>
          <p:cNvSpPr txBox="1"/>
          <p:nvPr/>
        </p:nvSpPr>
        <p:spPr>
          <a:xfrm>
            <a:off x="2631440" y="1869500"/>
            <a:ext cx="9936480" cy="1818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tool identifies the optimal multiplication order for the given matrices.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It calculates the minimum number of scalar multiplications required.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optimal </a:t>
            </a:r>
            <a:r>
              <a:rPr lang="en-IN" dirty="0" err="1">
                <a:latin typeface="Arial" panose="020B0604020202020204" pitchFamily="34" charset="0"/>
                <a:cs typeface="Arial" panose="020B0604020202020204" pitchFamily="34" charset="0"/>
              </a:rPr>
              <a:t>parenthesization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is generated and displayed.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Cost tables show the intermediate results obtained during Dynamic Programming.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Split positions help users trace how the optimal solution was obtained.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results demonstrate how Dynamic Programming reduces unnecessary computation. </a:t>
            </a:r>
          </a:p>
        </p:txBody>
      </p:sp>
    </p:spTree>
    <p:extLst>
      <p:ext uri="{BB962C8B-B14F-4D97-AF65-F5344CB8AC3E}">
        <p14:creationId xmlns:p14="http://schemas.microsoft.com/office/powerpoint/2010/main" val="106092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654372" y="262038"/>
            <a:ext cx="6419945" cy="60395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>
                <a:latin typeface="Arial"/>
              </a:rPr>
              <a:t>Hardware and Software Requirements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DCFC3F-D4A3-FE42-7346-3BF0FA4C03A9}"/>
              </a:ext>
            </a:extLst>
          </p:cNvPr>
          <p:cNvSpPr txBox="1"/>
          <p:nvPr/>
        </p:nvSpPr>
        <p:spPr>
          <a:xfrm>
            <a:off x="3048000" y="1859340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Hardware Requirements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Computer/Laptop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Keyboard and Mouse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Sufficient RAM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Sufficient Storage </a:t>
            </a:r>
          </a:p>
          <a:p>
            <a:pPr lvl="0"/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Software Requirements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Operating System: Windows / Linux / macOS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Programming Environment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Development IDE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Application interface for entering matrix dimensions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Tool for displaying optimization results</a:t>
            </a:r>
          </a:p>
        </p:txBody>
      </p:sp>
    </p:spTree>
    <p:extLst>
      <p:ext uri="{BB962C8B-B14F-4D97-AF65-F5344CB8AC3E}">
        <p14:creationId xmlns:p14="http://schemas.microsoft.com/office/powerpoint/2010/main" val="2292750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sz="1800" dirty="0"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8312" y="221673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2800" dirty="0">
                <a:latin typeface="Arial"/>
              </a:rPr>
              <a:t>Conclusion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1DF07A-1130-06C7-9225-7C9641705238}"/>
              </a:ext>
            </a:extLst>
          </p:cNvPr>
          <p:cNvSpPr txBox="1"/>
          <p:nvPr/>
        </p:nvSpPr>
        <p:spPr>
          <a:xfrm>
            <a:off x="3048000" y="1582341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Matrix Chain Multiplication Optimization Tool provides an efficient solution for finding the minimum-cost multiplication order.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Dynamic Programming is used to systematically solve the optimization problem.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tool generates the optimal </a:t>
            </a:r>
            <a:r>
              <a:rPr lang="en-IN" dirty="0" err="1">
                <a:latin typeface="Arial" panose="020B0604020202020204" pitchFamily="34" charset="0"/>
                <a:cs typeface="Arial" panose="020B0604020202020204" pitchFamily="34" charset="0"/>
              </a:rPr>
              <a:t>parenthesization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and minimum multiplication cost.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Cost tables and split positions make the optimization process easier to understand.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project demonstrates the practical application of Dynamic Programming.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It highlights how problem decomposition can improve computational efficiency.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sz="1800" dirty="0"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8312" y="221673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2800" dirty="0">
                <a:latin typeface="Arial"/>
              </a:rPr>
              <a:t>Future Scope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41696A-D981-BF5A-7C47-9AFC69040EA2}"/>
              </a:ext>
            </a:extLst>
          </p:cNvPr>
          <p:cNvSpPr txBox="1"/>
          <p:nvPr/>
        </p:nvSpPr>
        <p:spPr>
          <a:xfrm>
            <a:off x="3048000" y="1997839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Add step-by-step visualization of the Dynamic Programming process.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Provide interactive visualization of cost tables and split positions.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Support larger sequences of matrices.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Add performance comparison between Dynamic Programming and brute-force approaches.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Improve the user interface for easier learning and analysis.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Extend the tool into a broader educational platform for algorithm optimization.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3736107" y="2619376"/>
            <a:ext cx="4946253" cy="135782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>
                <a:latin typeface="Arial"/>
              </a:rPr>
              <a:t>Thank You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313543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662</Words>
  <Application>Microsoft Office PowerPoint</Application>
  <PresentationFormat>Widescreen</PresentationFormat>
  <Paragraphs>123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Matrix Chain Multiplication Optimization Tool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Sirisha Devi</dc:creator>
  <cp:lastModifiedBy>sudeshna Tathireddy</cp:lastModifiedBy>
  <cp:revision>20</cp:revision>
  <dcterms:created xsi:type="dcterms:W3CDTF">2024-08-29T05:25:00Z</dcterms:created>
  <dcterms:modified xsi:type="dcterms:W3CDTF">2026-09-28T06:30:57Z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FB2A1F042FC047C6B4D7E0BF0C20B2E9_13</vt:lpwstr>
  </property>
  <property fmtid="{D5CDD505-2E9C-101B-9397-08002B2CF9AE}" pid="3" name="KSOProductBuildVer">
    <vt:lpwstr>1033-12.2.0.23131</vt:lpwstr>
  </property>
</Properties>
</file>